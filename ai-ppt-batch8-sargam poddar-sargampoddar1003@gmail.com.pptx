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29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05BF-907E-833A-13E5-32539CDA6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6DDB1-89BC-6B6E-B311-B186A701F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4F61F-FDBE-07E2-21BF-A3032E13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782D5-A657-886F-D555-1940A0E4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A20A7-C59D-B47B-3156-148F8D91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205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8B9D-5109-4DF8-23CD-0B71265F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98580-6176-503C-9EE5-642AA321B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4E4EA-B339-EF0D-B1C1-4E784ECA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EFCCC-CEA9-661B-A0A7-6DD25918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81EB-255A-7716-B56E-5A5F115A3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7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5BF4-AA34-1BA7-77A2-1A39E565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38538-253D-BF8E-C456-195292117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4856E-A9CC-0FEB-AA5A-C956391C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70CE5-AB0C-61AB-7398-4C236F15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F3B-F45B-4FAB-3C94-B1E079636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41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C7A6-3E3A-76C2-5DEC-DEF7003AD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C2E6-F410-29BE-1421-EBB4726F6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98412-32BF-AB81-76AE-D6D371920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03873-9BBF-8672-8A73-B4EBB53E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3EF88-7E99-96DA-39BD-85718E54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0F6E1-0600-F31C-9895-A545B894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27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55E1-3CE6-40D3-C770-B208C628A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8F09F-3BCC-78CD-A9A1-2418C6458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716B3-0823-6222-5125-D7EDD7843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385975-B091-793A-5F12-BC6C41AC2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F224AC-380C-62C3-129A-379CF2D66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B77E9-2A84-7373-2CD0-F180DB2C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50AA02-B29E-7150-F8F0-0102302C7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BF013-0416-272A-0C0D-ED34DDAB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58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E099-CC17-F155-8216-79D18D75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85E904-C839-9111-7982-C7B69DA8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56397-6658-CB16-E805-6894197E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7B5FE-A4E6-DC72-648D-9BBC91AE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3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C0D62-1F51-D6DB-0B6E-710D845BB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13B3C-7CE8-F5C4-D90F-E8A1F7B3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6598E-7D99-5B10-D084-D68109AB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40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BE128-8EC5-8ABA-F124-7D4BAB72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9801A-61DA-3AA5-1441-3C1D8435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46BE9-42B9-B9CC-7176-4894C2B0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C0727-8516-A280-2A6E-9BE7DE736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3B9C4-F0EA-3014-DDAB-ED0D3B9C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A9FB2-ED63-A723-B868-95C97E4B0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7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85FE6-7E65-E6F5-E537-0EB57C54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F6906-6F7B-5BD4-E426-B7EB99925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79AE3-1E5C-D7B0-AC9C-4B6AAFEAA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DA3D5-D674-2A33-871D-49A9E49F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88E77-D10F-7585-C246-D38224F3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62044-62AB-E4EC-6E01-E78BAB706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39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E209-A16E-96E8-950E-28D409660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F4E0-754B-01DB-A899-2CF43E4C6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E946-B5CE-6F8A-A4E4-C25F6D748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2F7BA-F335-394C-C7F6-B189E89BD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CA18-839F-6F72-FFCA-67789489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034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50698F-DC95-C43B-A208-C711E1CCB7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6E78F-012C-0965-4D0F-445E4EF04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0F6A-8A8A-3595-1956-EE672FA5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36871-44A0-22ED-22DA-87AE29C9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4049E-D6C1-ECFF-F9DD-E5CC74AD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12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5BF8A-2B8F-1ABC-565F-4127D538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B4FD-2374-1C6F-7B58-FC571CF30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331B9-1BE2-F69A-812E-FE32026D6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8A60-BDDF-4842-B801-7095328A75CF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B44C6-6783-7250-9F9B-DC86063AC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F847-EADB-E0C9-C638-15642D9063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86ACE-6042-4AE9-8A2A-54D3E9BF38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05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D721F-A386-8374-BB56-8C0B4AAB8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91" y="232916"/>
            <a:ext cx="11584017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3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439E7A-FFED-CB8E-08B1-FF542EE74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23" y="304364"/>
            <a:ext cx="11488753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2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33992-8FCB-25C8-FF64-6099D7187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290074"/>
            <a:ext cx="11450648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1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F87C47-F100-1E86-3A65-A536785D7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5" y="328180"/>
            <a:ext cx="11422069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36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4B47B7-BC4E-D529-EFED-3749CEB82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60" y="351995"/>
            <a:ext cx="11498280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77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B423FD-6853-B2B0-A9FE-3F9D20F2E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6" y="251969"/>
            <a:ext cx="11479227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6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3CD67-345C-062C-FA32-8393E189B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7" y="237679"/>
            <a:ext cx="11536385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24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FBBF1-09BA-694B-24F6-133DE7759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07" y="228153"/>
            <a:ext cx="11355385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76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9ECFD-59AB-D64A-223E-6A6576E80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18" y="280548"/>
            <a:ext cx="11383964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78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895D4-5779-0BC0-D2E7-A26C04A6C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86" y="228153"/>
            <a:ext cx="11298227" cy="6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12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CCF80B-DF8D-2B47-A7DC-193ECC641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5" y="256732"/>
            <a:ext cx="11422069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0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09D7A-4205-8685-664F-1400627EB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71" y="328180"/>
            <a:ext cx="11345858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12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5BF44-AD6C-2B6F-6420-0CB014781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4" y="328180"/>
            <a:ext cx="11517332" cy="620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90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7B409-1A1A-99E3-A645-1C7F00DEF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39" y="309127"/>
            <a:ext cx="11441122" cy="62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6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Sargam Poddar</dc:creator>
  <cp:lastModifiedBy>Sargam Poddar</cp:lastModifiedBy>
  <cp:revision>1</cp:revision>
  <dcterms:created xsi:type="dcterms:W3CDTF">2026-03-13T16:08:06Z</dcterms:created>
  <dcterms:modified xsi:type="dcterms:W3CDTF">2026-03-13T16:31:15Z</dcterms:modified>
</cp:coreProperties>
</file>